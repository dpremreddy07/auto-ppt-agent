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600"/>
              <a:t>Introduction to Earth and Mars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/>
              <a:t>Earth 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Earth is the third planet from the sun.</a:t>
            </a:r>
          </a:p>
          <a:p>
            <a:r>
              <a:rPr sz="1800"/>
              <a:t>It has a diameter of approximately 12,742 kilometers.</a:t>
            </a:r>
          </a:p>
          <a:p>
            <a:r>
              <a:rPr sz="1800"/>
              <a:t>The atmosphere is composed of 78% nitrogen and 21% oxygen.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/>
              <a:t>Mars 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Mars is the fourth planet from the sun.</a:t>
            </a:r>
          </a:p>
          <a:p>
            <a:r>
              <a:rPr sz="1800"/>
              <a:t>It has a diameter of approximately 6,794 kilometers.</a:t>
            </a:r>
          </a:p>
          <a:p>
            <a:r>
              <a:rPr sz="1800"/>
              <a:t>The atmosphere is mostly carbon dioxide.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/>
              <a:t>Comparison of Earth and Mars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Both planets have polar ice caps.</a:t>
            </a:r>
          </a:p>
          <a:p>
            <a:r>
              <a:rPr sz="1800"/>
              <a:t>Mars has the tallest volcano in the solar system, Olympus Mons.</a:t>
            </a:r>
          </a:p>
          <a:p>
            <a:r>
              <a:rPr sz="1800"/>
              <a:t>Earth has a stronger magnetic field.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Earth and Mars are unique planets with distinct features.</a:t>
            </a:r>
          </a:p>
          <a:p>
            <a:r>
              <a:rPr sz="1800"/>
              <a:t>Further research is needed to explore the possibilities of life on Mars.</a:t>
            </a:r>
          </a:p>
          <a:p>
            <a:r>
              <a:rPr sz="1800"/>
              <a:t>The study of Earth and Mars can provide valuable insights into the formation of our solar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