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3600"/>
              <a:t>Introduction to MCP Server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/>
              <a:t>What is MCP Server?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MCP Server is a framework for building multi-agent systems.</a:t>
            </a:r>
          </a:p>
          <a:p>
            <a:r>
              <a:rPr sz="1800"/>
              <a:t>It provides a platform for agents to interact and cooperate with each other.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/>
              <a:t>Use of MCP Server in Agentic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MCP Server enables the creation of complex agent-based systems.</a:t>
            </a:r>
          </a:p>
          <a:p>
            <a:r>
              <a:rPr sz="1800"/>
              <a:t>It facilitates the development of autonomous agents that can adapt and learn in dynamic environments.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/>
              <a:t>Applications of MCP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MCP Server can be used in various domains such as robotics, gaming, and simulation.</a:t>
            </a:r>
          </a:p>
          <a:p>
            <a:r>
              <a:rPr sz="1800"/>
              <a:t>It has the potential to revolutionize the field of artificial intelligence.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/>
              <a:t>Benefits of Using MCP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MCP Server provides a flexible and scalable framework for building multi-agent systems.</a:t>
            </a:r>
          </a:p>
          <a:p>
            <a:r>
              <a:rPr sz="1800"/>
              <a:t>It enables the creation of more realistic and dynamic simulations.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MCP Server is a powerful tool for building complex agent-based systems.</a:t>
            </a:r>
          </a:p>
          <a:p>
            <a:r>
              <a:rPr sz="1800"/>
              <a:t>Its applications in agentic AI have the potential to drive significant advancements in the field.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