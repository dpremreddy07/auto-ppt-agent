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sz="3600"/>
              <a:t>Introduction to Milkyway Galaxy and Sun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200"/>
              <a:t>Interesting Facts about Milkyway Galaxy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/>
              <a:t>The Milky Way is a barred spiral galaxy</a:t>
            </a:r>
          </a:p>
          <a:p>
            <a:r>
              <a:rPr sz="1800"/>
              <a:t>It contains hundreds of billions of stars</a:t>
            </a:r>
          </a:p>
          <a:p>
            <a:r>
              <a:rPr sz="1800"/>
              <a:t>It is estimated to be about 100,000 light-years in diameter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200"/>
              <a:t>Structure of the Milkyway Galaxy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/>
              <a:t>The galaxy has a supermassive black hole at its center</a:t>
            </a:r>
          </a:p>
          <a:p>
            <a:r>
              <a:rPr sz="1800"/>
              <a:t>It has a central bulge and a disk filled with stars, gas, and dust</a:t>
            </a:r>
          </a:p>
          <a:p>
            <a:r>
              <a:rPr sz="1800"/>
              <a:t>The galaxy is surrounded by a massive halo of dark matter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200"/>
              <a:t>Facts about the Sun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/>
              <a:t>The Sun is the center of our solar system</a:t>
            </a:r>
          </a:p>
          <a:p>
            <a:r>
              <a:rPr sz="1800"/>
              <a:t>It is a massive ball of hot, glowing gas</a:t>
            </a:r>
          </a:p>
          <a:p>
            <a:r>
              <a:rPr sz="1800"/>
              <a:t>It is about 93 million miles away from Earth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20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/>
              <a:t>The Milky Way galaxy and the Sun are two fascinating objects in our universe</a:t>
            </a:r>
          </a:p>
          <a:p>
            <a:r>
              <a:rPr sz="1800"/>
              <a:t>They have many interesting features and facts</a:t>
            </a:r>
          </a:p>
          <a:p>
            <a:r>
              <a:rPr sz="1800"/>
              <a:t>Further study of these objects can reveal more about the universe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