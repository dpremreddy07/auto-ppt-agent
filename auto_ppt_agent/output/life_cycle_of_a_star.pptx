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Stars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Protostar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A star is born in a giant cloud of gas and dust called a nebula.</a:t>
            </a:r>
          </a:p>
          <a:p>
            <a:r>
              <a:rPr sz="1800"/>
              <a:t>The nebula collapses under its own gravity, spinning faster and faster.</a:t>
            </a:r>
          </a:p>
          <a:p>
            <a:r>
              <a:rPr sz="1800"/>
              <a:t>As it collapses, the nebula heats up and forms a protostar.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Main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The protostar becomes a main sequence star, fusing hydrogen into helium in its core.</a:t>
            </a:r>
          </a:p>
          <a:p>
            <a:r>
              <a:rPr sz="1800"/>
              <a:t>This is the longest stage of a star's life, and our sun is currently in this stage.</a:t>
            </a:r>
          </a:p>
          <a:p>
            <a:r>
              <a:rPr sz="1800"/>
              <a:t>The star will stay in this stage for millions or billions of years, depending on its mass.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Red Giant and White Dwarf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As the star runs out of hydrogen fuel, it expands into a red giant, fusing helium into heavier elements.</a:t>
            </a:r>
          </a:p>
          <a:p>
            <a:r>
              <a:rPr sz="1800"/>
              <a:t>The star then sheds its outer layers, leaving behind a white dwarf remnant.</a:t>
            </a:r>
          </a:p>
          <a:p>
            <a:r>
              <a:rPr sz="1800"/>
              <a:t>The white dwarf will slowly cool over time, eventually becoming a black dwarf.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Supernova and Black 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More massive stars will end their lives in a supernova explosion, expelling heavy elements into space.</a:t>
            </a:r>
          </a:p>
          <a:p>
            <a:r>
              <a:rPr sz="1800"/>
              <a:t>The core of the star will collapse into a black hole, with such strong gravity that not even light can escape.</a:t>
            </a:r>
          </a:p>
          <a:p>
            <a:r>
              <a:rPr sz="1800"/>
              <a:t>The black hole will continue to grow, consuming surrounding matter and energy.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