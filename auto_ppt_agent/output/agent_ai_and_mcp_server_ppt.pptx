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/>
              <a:t>Introduction to Agent AI and MCP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What is Agent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Agent AI refers to artificial intelligence that is capable of performing tasks that typically require human intelligence.</a:t>
            </a:r>
          </a:p>
          <a:p>
            <a:r>
              <a:rPr sz="1800"/>
              <a:t>It can learn, reason, and interact with its environment to achieve its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What is MCP Server?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MCP Server is a server-side application that enables the management and deployment of agent-based AI models.</a:t>
            </a:r>
          </a:p>
          <a:p>
            <a:r>
              <a:rPr sz="1800"/>
              <a:t>It provides a centralized platform for monitoring, controlling, and optimizing AI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Key Features of Agent AI and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Scalability and flexibility</a:t>
            </a:r>
          </a:p>
          <a:p>
            <a:r>
              <a:rPr sz="1800"/>
              <a:t>Real-time monitoring and analytics</a:t>
            </a:r>
          </a:p>
          <a:p>
            <a:r>
              <a:rPr sz="1800"/>
              <a:t>Automated workflow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Key Stages of Agent AI and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Identifying potential applications and use cases for agent AI and MCP Server.</a:t>
            </a:r>
          </a:p>
          <a:p>
            <a:r>
              <a:rPr sz="1800"/>
              <a:t>Developing strategies for implementing and integrating these technologies.</a:t>
            </a:r>
          </a:p>
          <a:p>
            <a:r>
              <a:rPr sz="1800"/>
              <a:t>Assessing the potential risks and challenges associated with agent AI and MCP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Important Facts and Examples of Agent AI and MCP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Analyzing case studies and success stories of agent AI and MCP Server deployments.</a:t>
            </a:r>
          </a:p>
          <a:p>
            <a:r>
              <a:rPr sz="1800"/>
              <a:t>Examining the role of agent AI and MCP Server in various industries and domains.</a:t>
            </a:r>
          </a:p>
          <a:p>
            <a:r>
              <a:rPr sz="1800"/>
              <a:t>Discussing the future potential and directions of agent AI and MCP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200"/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/>
              <a:t>What are the key considerations for organizations looking to adopt agent AI and MCP Server?</a:t>
            </a:r>
          </a:p>
          <a:p>
            <a:r>
              <a:rPr sz="1800"/>
              <a:t>How can agent AI and MCP Server be used to drive innovation and growth?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