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the Water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Evaporation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Evaporation occurs when the sun heats up water in oceans, lakes, and rivers</a:t>
            </a:r>
          </a:p>
          <a:p>
            <a:r>
              <a:rPr sz="1800"/>
              <a:t>Water turns into water vapor and rises into the 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Condensation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Condensation occurs when water vapor in the air cools down</a:t>
            </a:r>
          </a:p>
          <a:p>
            <a:r>
              <a:rPr sz="1800"/>
              <a:t>Water vapor turns back into liquid water, forming clouds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Precipitation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Precipitation occurs when clouds get too heavy with water</a:t>
            </a:r>
          </a:p>
          <a:p>
            <a:r>
              <a:rPr sz="1800"/>
              <a:t>Water falls back to the Earth as rain, snow, or hail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water cycle is an important process that keeps our planet healthy</a:t>
            </a:r>
          </a:p>
          <a:p>
            <a:r>
              <a:rPr sz="1800"/>
              <a:t>It helps distribute water around the Earth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